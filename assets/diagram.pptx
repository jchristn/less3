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3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216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22378-5CAE-4291-88F8-B9606E50F83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A6518-FC10-4B6B-8FA8-E63EF13A7A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7494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22378-5CAE-4291-88F8-B9606E50F83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A6518-FC10-4B6B-8FA8-E63EF13A7A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8348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22378-5CAE-4291-88F8-B9606E50F83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A6518-FC10-4B6B-8FA8-E63EF13A7A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1689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22378-5CAE-4291-88F8-B9606E50F83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A6518-FC10-4B6B-8FA8-E63EF13A7A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012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22378-5CAE-4291-88F8-B9606E50F83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A6518-FC10-4B6B-8FA8-E63EF13A7A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4842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22378-5CAE-4291-88F8-B9606E50F83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A6518-FC10-4B6B-8FA8-E63EF13A7A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5068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22378-5CAE-4291-88F8-B9606E50F83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A6518-FC10-4B6B-8FA8-E63EF13A7A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3579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22378-5CAE-4291-88F8-B9606E50F83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A6518-FC10-4B6B-8FA8-E63EF13A7A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62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22378-5CAE-4291-88F8-B9606E50F83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A6518-FC10-4B6B-8FA8-E63EF13A7A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645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22378-5CAE-4291-88F8-B9606E50F83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A6518-FC10-4B6B-8FA8-E63EF13A7A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4934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22378-5CAE-4291-88F8-B9606E50F83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A6518-FC10-4B6B-8FA8-E63EF13A7A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6330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922378-5CAE-4291-88F8-B9606E50F83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4A6518-FC10-4B6B-8FA8-E63EF13A7A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28200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16" descr="https://www.trainingliveandonline.com/2013/jpg/Laptop_icon_BW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665" y="3118337"/>
            <a:ext cx="1077872" cy="769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" name="TextBox 41"/>
          <p:cNvSpPr txBox="1"/>
          <p:nvPr/>
        </p:nvSpPr>
        <p:spPr>
          <a:xfrm>
            <a:off x="2959919" y="2636312"/>
            <a:ext cx="1266091" cy="46166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&lt;3</a:t>
            </a:r>
            <a:br>
              <a:rPr lang="en-US" sz="1200" dirty="0"/>
            </a:br>
            <a:r>
              <a:rPr lang="en-US" sz="1200" dirty="0"/>
              <a:t>Less3 Server</a:t>
            </a:r>
            <a:endParaRPr lang="en-US" sz="1200" i="1" dirty="0"/>
          </a:p>
        </p:txBody>
      </p:sp>
      <p:grpSp>
        <p:nvGrpSpPr>
          <p:cNvPr id="44" name="Group 43"/>
          <p:cNvGrpSpPr/>
          <p:nvPr/>
        </p:nvGrpSpPr>
        <p:grpSpPr>
          <a:xfrm>
            <a:off x="2986373" y="2983926"/>
            <a:ext cx="1239422" cy="1170894"/>
            <a:chOff x="2500556" y="2775030"/>
            <a:chExt cx="1588844" cy="1588844"/>
          </a:xfrm>
        </p:grpSpPr>
        <p:pic>
          <p:nvPicPr>
            <p:cNvPr id="53" name="Picture 4" descr="https://camo.githubusercontent.com/b76dc5557c7cb56ba35b63e709647c11fecae40e/68747470733a2f2f662e636c6f75642e6769746875622e636f6d2f6173736574732f3130383335382f313735373236302f33626332386264342d363637652d313165332d383837632d3231393533633635303261662e706e67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00556" y="2775030"/>
              <a:ext cx="1588844" cy="15888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66101" y="3053647"/>
              <a:ext cx="499536" cy="499536"/>
            </a:xfrm>
            <a:prstGeom prst="rect">
              <a:avLst/>
            </a:prstGeom>
          </p:spPr>
        </p:pic>
      </p:grpSp>
      <p:cxnSp>
        <p:nvCxnSpPr>
          <p:cNvPr id="62" name="Straight Arrow Connector 61"/>
          <p:cNvCxnSpPr>
            <a:cxnSpLocks/>
          </p:cNvCxnSpPr>
          <p:nvPr/>
        </p:nvCxnSpPr>
        <p:spPr>
          <a:xfrm flipH="1">
            <a:off x="1965487" y="3526884"/>
            <a:ext cx="877396" cy="0"/>
          </a:xfrm>
          <a:prstGeom prst="straightConnector1">
            <a:avLst/>
          </a:prstGeom>
          <a:ln w="50800"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/>
          <p:cNvCxnSpPr>
            <a:cxnSpLocks/>
          </p:cNvCxnSpPr>
          <p:nvPr/>
        </p:nvCxnSpPr>
        <p:spPr>
          <a:xfrm flipH="1">
            <a:off x="4318155" y="3542125"/>
            <a:ext cx="872574" cy="0"/>
          </a:xfrm>
          <a:prstGeom prst="straightConnector1">
            <a:avLst/>
          </a:prstGeom>
          <a:ln w="50800"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1936878" y="3672776"/>
            <a:ext cx="961535" cy="27699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AWS SDK</a:t>
            </a:r>
            <a:endParaRPr lang="en-US" sz="1200" i="1" dirty="0"/>
          </a:p>
        </p:txBody>
      </p:sp>
      <p:pic>
        <p:nvPicPr>
          <p:cNvPr id="1026" name="Picture 2" descr="Image result for hard disk icon">
            <a:extLst>
              <a:ext uri="{FF2B5EF4-FFF2-40B4-BE49-F238E27FC236}">
                <a16:creationId xmlns:a16="http://schemas.microsoft.com/office/drawing/2014/main" id="{896BABC7-05D5-4D82-87C9-319A25827F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3089" y="3043628"/>
            <a:ext cx="1003684" cy="1003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D7971D61-AC9E-4AE9-9464-A3E417178EB6}"/>
              </a:ext>
            </a:extLst>
          </p:cNvPr>
          <p:cNvSpPr txBox="1"/>
          <p:nvPr/>
        </p:nvSpPr>
        <p:spPr>
          <a:xfrm>
            <a:off x="5151885" y="2522261"/>
            <a:ext cx="1266091" cy="46166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Local Disk</a:t>
            </a:r>
            <a:br>
              <a:rPr lang="en-US" sz="1200" dirty="0"/>
            </a:br>
            <a:r>
              <a:rPr lang="en-US" sz="1200" dirty="0"/>
              <a:t>Storage</a:t>
            </a:r>
            <a:endParaRPr lang="en-US" sz="1200" i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EE6128-6B08-4D20-AB1E-A9A666ACFA12}"/>
              </a:ext>
            </a:extLst>
          </p:cNvPr>
          <p:cNvSpPr txBox="1"/>
          <p:nvPr/>
        </p:nvSpPr>
        <p:spPr>
          <a:xfrm>
            <a:off x="398901" y="74458"/>
            <a:ext cx="225093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0" dirty="0">
                <a:solidFill>
                  <a:schemeClr val="bg1">
                    <a:lumMod val="75000"/>
                  </a:schemeClr>
                </a:solidFill>
                <a:cs typeface="Helvetica" panose="020B0604020202020204" pitchFamily="34" charset="0"/>
              </a:rPr>
              <a:t>les</a:t>
            </a:r>
            <a:r>
              <a:rPr lang="en-US" sz="8000" dirty="0">
                <a:solidFill>
                  <a:schemeClr val="accent6"/>
                </a:solidFill>
                <a:cs typeface="Helvetica" panose="020B0604020202020204" pitchFamily="34" charset="0"/>
              </a:rPr>
              <a:t>s3</a:t>
            </a:r>
          </a:p>
        </p:txBody>
      </p:sp>
    </p:spTree>
    <p:extLst>
      <p:ext uri="{BB962C8B-B14F-4D97-AF65-F5344CB8AC3E}">
        <p14:creationId xmlns:p14="http://schemas.microsoft.com/office/powerpoint/2010/main" val="31345159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heart in a red circle&#10;&#10;AI-generated content may be incorrect.">
            <a:extLst>
              <a:ext uri="{FF2B5EF4-FFF2-40B4-BE49-F238E27FC236}">
                <a16:creationId xmlns:a16="http://schemas.microsoft.com/office/drawing/2014/main" id="{08C150E3-B116-480F-F4E3-DE5F89EB24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DB1CEBF-E2E9-D289-3657-9EF60422276C}"/>
              </a:ext>
            </a:extLst>
          </p:cNvPr>
          <p:cNvSpPr txBox="1"/>
          <p:nvPr/>
        </p:nvSpPr>
        <p:spPr>
          <a:xfrm>
            <a:off x="2667000" y="2282611"/>
            <a:ext cx="6858000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400" b="1" dirty="0">
                <a:solidFill>
                  <a:schemeClr val="bg1">
                    <a:lumMod val="75000"/>
                  </a:schemeClr>
                </a:solidFill>
                <a:cs typeface="Helvetica" panose="020B0604020202020204" pitchFamily="34" charset="0"/>
              </a:rPr>
              <a:t>les</a:t>
            </a:r>
            <a:r>
              <a:rPr lang="en-US" sz="10400" b="1" dirty="0">
                <a:solidFill>
                  <a:schemeClr val="accent6"/>
                </a:solidFill>
                <a:cs typeface="Helvetica" panose="020B0604020202020204" pitchFamily="34" charset="0"/>
              </a:rPr>
              <a:t>s3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A3A6B8-8DE6-F0C8-424A-ECA48535A2E1}"/>
              </a:ext>
            </a:extLst>
          </p:cNvPr>
          <p:cNvCxnSpPr/>
          <p:nvPr/>
        </p:nvCxnSpPr>
        <p:spPr>
          <a:xfrm>
            <a:off x="2735179" y="0"/>
            <a:ext cx="0" cy="67617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F9AA84-172E-BEB9-096F-2CA3E9CD5E32}"/>
              </a:ext>
            </a:extLst>
          </p:cNvPr>
          <p:cNvCxnSpPr/>
          <p:nvPr/>
        </p:nvCxnSpPr>
        <p:spPr>
          <a:xfrm>
            <a:off x="9456821" y="48126"/>
            <a:ext cx="0" cy="67617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F351727-33C6-D475-0761-97B098AD2344}"/>
              </a:ext>
            </a:extLst>
          </p:cNvPr>
          <p:cNvCxnSpPr>
            <a:cxnSpLocks/>
          </p:cNvCxnSpPr>
          <p:nvPr/>
        </p:nvCxnSpPr>
        <p:spPr>
          <a:xfrm>
            <a:off x="2454442" y="64169"/>
            <a:ext cx="74355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7769AA1-46E2-714B-5D08-6D3F2F9FF98C}"/>
              </a:ext>
            </a:extLst>
          </p:cNvPr>
          <p:cNvCxnSpPr>
            <a:cxnSpLocks/>
          </p:cNvCxnSpPr>
          <p:nvPr/>
        </p:nvCxnSpPr>
        <p:spPr>
          <a:xfrm>
            <a:off x="2378242" y="6785810"/>
            <a:ext cx="74355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69677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917</TotalTime>
  <Words>13</Words>
  <Application>Microsoft Office PowerPoint</Application>
  <PresentationFormat>Widescreen</PresentationFormat>
  <Paragraphs>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Helvetica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Joel Christner</dc:creator>
  <cp:lastModifiedBy>Joel Christner</cp:lastModifiedBy>
  <cp:revision>23</cp:revision>
  <dcterms:created xsi:type="dcterms:W3CDTF">2015-10-28T17:44:32Z</dcterms:created>
  <dcterms:modified xsi:type="dcterms:W3CDTF">2025-12-02T06:42:42Z</dcterms:modified>
</cp:coreProperties>
</file>