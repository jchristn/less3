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4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3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6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8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0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5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4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9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3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22378-5CAE-4291-88F8-B9606E50F8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A6518-FC10-4B6B-8FA8-E63EF13A7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2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heart in a red circle&#10;&#10;AI-generated content may be incorrect.">
            <a:extLst>
              <a:ext uri="{FF2B5EF4-FFF2-40B4-BE49-F238E27FC236}">
                <a16:creationId xmlns:a16="http://schemas.microsoft.com/office/drawing/2014/main" id="{08C150E3-B116-480F-F4E3-DE5F89EB2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1CEBF-E2E9-D289-3657-9EF60422276C}"/>
              </a:ext>
            </a:extLst>
          </p:cNvPr>
          <p:cNvSpPr txBox="1"/>
          <p:nvPr/>
        </p:nvSpPr>
        <p:spPr>
          <a:xfrm>
            <a:off x="2667000" y="2282611"/>
            <a:ext cx="6858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400" b="1" dirty="0">
                <a:solidFill>
                  <a:schemeClr val="bg1">
                    <a:lumMod val="75000"/>
                  </a:schemeClr>
                </a:solidFill>
                <a:cs typeface="Helvetica" panose="020B0604020202020204" pitchFamily="34" charset="0"/>
              </a:rPr>
              <a:t>les</a:t>
            </a:r>
            <a:r>
              <a:rPr lang="en-US" sz="10400" b="1" dirty="0">
                <a:solidFill>
                  <a:schemeClr val="accent6"/>
                </a:solidFill>
                <a:cs typeface="Helvetica" panose="020B0604020202020204" pitchFamily="34" charset="0"/>
              </a:rPr>
              <a:t>s3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A3A6B8-8DE6-F0C8-424A-ECA48535A2E1}"/>
              </a:ext>
            </a:extLst>
          </p:cNvPr>
          <p:cNvCxnSpPr/>
          <p:nvPr/>
        </p:nvCxnSpPr>
        <p:spPr>
          <a:xfrm>
            <a:off x="2735179" y="0"/>
            <a:ext cx="0" cy="6761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F9AA84-172E-BEB9-096F-2CA3E9CD5E32}"/>
              </a:ext>
            </a:extLst>
          </p:cNvPr>
          <p:cNvCxnSpPr/>
          <p:nvPr/>
        </p:nvCxnSpPr>
        <p:spPr>
          <a:xfrm>
            <a:off x="9456821" y="48126"/>
            <a:ext cx="0" cy="6761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51727-33C6-D475-0761-97B098AD2344}"/>
              </a:ext>
            </a:extLst>
          </p:cNvPr>
          <p:cNvCxnSpPr>
            <a:cxnSpLocks/>
          </p:cNvCxnSpPr>
          <p:nvPr/>
        </p:nvCxnSpPr>
        <p:spPr>
          <a:xfrm>
            <a:off x="2454442" y="64169"/>
            <a:ext cx="74355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769AA1-46E2-714B-5D08-6D3F2F9FF98C}"/>
              </a:ext>
            </a:extLst>
          </p:cNvPr>
          <p:cNvCxnSpPr>
            <a:cxnSpLocks/>
          </p:cNvCxnSpPr>
          <p:nvPr/>
        </p:nvCxnSpPr>
        <p:spPr>
          <a:xfrm>
            <a:off x="2378242" y="6785810"/>
            <a:ext cx="74355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96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6" descr="https://www.trainingliveandonline.com/2013/jpg/Laptop_icon_BW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65" y="3118337"/>
            <a:ext cx="1077872" cy="76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2959919" y="2636312"/>
            <a:ext cx="1266091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&lt;3</a:t>
            </a:r>
            <a:br>
              <a:rPr lang="en-US" sz="1200" dirty="0"/>
            </a:br>
            <a:r>
              <a:rPr lang="en-US" sz="1200" dirty="0"/>
              <a:t>Less3 Server</a:t>
            </a:r>
            <a:endParaRPr lang="en-US" sz="1200" i="1" dirty="0"/>
          </a:p>
        </p:txBody>
      </p:sp>
      <p:grpSp>
        <p:nvGrpSpPr>
          <p:cNvPr id="44" name="Group 43"/>
          <p:cNvGrpSpPr/>
          <p:nvPr/>
        </p:nvGrpSpPr>
        <p:grpSpPr>
          <a:xfrm>
            <a:off x="2986373" y="2983926"/>
            <a:ext cx="1239422" cy="1170894"/>
            <a:chOff x="2500556" y="2775030"/>
            <a:chExt cx="1588844" cy="1588844"/>
          </a:xfrm>
        </p:grpSpPr>
        <p:pic>
          <p:nvPicPr>
            <p:cNvPr id="53" name="Picture 4" descr="https://camo.githubusercontent.com/b76dc5557c7cb56ba35b63e709647c11fecae40e/68747470733a2f2f662e636c6f75642e6769746875622e636f6d2f6173736574732f3130383335382f313735373236302f33626332386264342d363637652d313165332d383837632d3231393533633635303261662e706e6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556" y="2775030"/>
              <a:ext cx="1588844" cy="1588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6101" y="3053647"/>
              <a:ext cx="499536" cy="499536"/>
            </a:xfrm>
            <a:prstGeom prst="rect">
              <a:avLst/>
            </a:prstGeom>
          </p:spPr>
        </p:pic>
      </p:grpSp>
      <p:cxnSp>
        <p:nvCxnSpPr>
          <p:cNvPr id="62" name="Straight Arrow Connector 61"/>
          <p:cNvCxnSpPr>
            <a:cxnSpLocks/>
          </p:cNvCxnSpPr>
          <p:nvPr/>
        </p:nvCxnSpPr>
        <p:spPr>
          <a:xfrm flipH="1">
            <a:off x="1965487" y="3526884"/>
            <a:ext cx="877396" cy="0"/>
          </a:xfrm>
          <a:prstGeom prst="straightConnector1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cxnSpLocks/>
          </p:cNvCxnSpPr>
          <p:nvPr/>
        </p:nvCxnSpPr>
        <p:spPr>
          <a:xfrm flipH="1">
            <a:off x="4318155" y="3542125"/>
            <a:ext cx="872574" cy="0"/>
          </a:xfrm>
          <a:prstGeom prst="straightConnector1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936878" y="3672776"/>
            <a:ext cx="961535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AWS SDK</a:t>
            </a:r>
            <a:endParaRPr lang="en-US" sz="1200" i="1" dirty="0"/>
          </a:p>
        </p:txBody>
      </p:sp>
      <p:pic>
        <p:nvPicPr>
          <p:cNvPr id="1026" name="Picture 2" descr="Image result for hard disk icon">
            <a:extLst>
              <a:ext uri="{FF2B5EF4-FFF2-40B4-BE49-F238E27FC236}">
                <a16:creationId xmlns:a16="http://schemas.microsoft.com/office/drawing/2014/main" id="{896BABC7-05D5-4D82-87C9-319A25827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089" y="3043628"/>
            <a:ext cx="1003684" cy="100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7971D61-AC9E-4AE9-9464-A3E417178EB6}"/>
              </a:ext>
            </a:extLst>
          </p:cNvPr>
          <p:cNvSpPr txBox="1"/>
          <p:nvPr/>
        </p:nvSpPr>
        <p:spPr>
          <a:xfrm>
            <a:off x="5151885" y="2522261"/>
            <a:ext cx="1266091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Local Disk</a:t>
            </a:r>
            <a:br>
              <a:rPr lang="en-US" sz="1200" dirty="0"/>
            </a:br>
            <a:r>
              <a:rPr lang="en-US" sz="1200" dirty="0"/>
              <a:t>Storage</a:t>
            </a:r>
            <a:endParaRPr lang="en-US" sz="12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E6128-6B08-4D20-AB1E-A9A666ACFA12}"/>
              </a:ext>
            </a:extLst>
          </p:cNvPr>
          <p:cNvSpPr txBox="1"/>
          <p:nvPr/>
        </p:nvSpPr>
        <p:spPr>
          <a:xfrm>
            <a:off x="398901" y="74458"/>
            <a:ext cx="22509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75000"/>
                  </a:schemeClr>
                </a:solidFill>
                <a:cs typeface="Helvetica" panose="020B0604020202020204" pitchFamily="34" charset="0"/>
              </a:rPr>
              <a:t>les</a:t>
            </a:r>
            <a:r>
              <a:rPr lang="en-US" sz="8000" dirty="0">
                <a:solidFill>
                  <a:schemeClr val="accent6"/>
                </a:solidFill>
                <a:cs typeface="Helvetica" panose="020B0604020202020204" pitchFamily="34" charset="0"/>
              </a:rPr>
              <a:t>s3</a:t>
            </a:r>
          </a:p>
        </p:txBody>
      </p:sp>
    </p:spTree>
    <p:extLst>
      <p:ext uri="{BB962C8B-B14F-4D97-AF65-F5344CB8AC3E}">
        <p14:creationId xmlns:p14="http://schemas.microsoft.com/office/powerpoint/2010/main" val="313451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E580-6220-7D16-0386-1E7BD3DD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F895D2-E293-9F24-8E03-178965DA5B7C}"/>
              </a:ext>
            </a:extLst>
          </p:cNvPr>
          <p:cNvSpPr/>
          <p:nvPr/>
        </p:nvSpPr>
        <p:spPr>
          <a:xfrm>
            <a:off x="602166" y="1345580"/>
            <a:ext cx="2416800" cy="3669672"/>
          </a:xfrm>
          <a:prstGeom prst="roundRect">
            <a:avLst>
              <a:gd name="adj" fmla="val 247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0FC6743-92C4-C650-F5BD-12ED0C32EE9A}"/>
              </a:ext>
            </a:extLst>
          </p:cNvPr>
          <p:cNvCxnSpPr>
            <a:cxnSpLocks/>
          </p:cNvCxnSpPr>
          <p:nvPr/>
        </p:nvCxnSpPr>
        <p:spPr>
          <a:xfrm flipH="1">
            <a:off x="3018966" y="3133919"/>
            <a:ext cx="877396" cy="0"/>
          </a:xfrm>
          <a:prstGeom prst="straightConnector1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69F8C35-F65A-C445-0D33-16CB5D435068}"/>
              </a:ext>
            </a:extLst>
          </p:cNvPr>
          <p:cNvCxnSpPr>
            <a:cxnSpLocks/>
          </p:cNvCxnSpPr>
          <p:nvPr/>
        </p:nvCxnSpPr>
        <p:spPr>
          <a:xfrm flipH="1">
            <a:off x="7526797" y="3109129"/>
            <a:ext cx="872574" cy="0"/>
          </a:xfrm>
          <a:prstGeom prst="straightConnector1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47CAF6E-89DD-0F6C-B39F-81B5024C91C4}"/>
              </a:ext>
            </a:extLst>
          </p:cNvPr>
          <p:cNvSpPr txBox="1"/>
          <p:nvPr/>
        </p:nvSpPr>
        <p:spPr>
          <a:xfrm>
            <a:off x="3105203" y="3225065"/>
            <a:ext cx="723194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AWS SDK</a:t>
            </a:r>
            <a:endParaRPr lang="en-US" sz="900" i="1" dirty="0"/>
          </a:p>
        </p:txBody>
      </p:sp>
      <p:pic>
        <p:nvPicPr>
          <p:cNvPr id="6" name="Picture 5" descr="Laptop - Free computer icons">
            <a:extLst>
              <a:ext uri="{FF2B5EF4-FFF2-40B4-BE49-F238E27FC236}">
                <a16:creationId xmlns:a16="http://schemas.microsoft.com/office/drawing/2014/main" id="{7ABF50F3-43DA-7FD3-E2C9-1CB7BABCA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77" y="1813031"/>
            <a:ext cx="831790" cy="831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663D3-FB18-EE36-283D-B38718F31D4F}"/>
              </a:ext>
            </a:extLst>
          </p:cNvPr>
          <p:cNvSpPr txBox="1"/>
          <p:nvPr/>
        </p:nvSpPr>
        <p:spPr>
          <a:xfrm>
            <a:off x="796240" y="1346010"/>
            <a:ext cx="202865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Clients, Servers, and Agents</a:t>
            </a:r>
            <a:endParaRPr lang="en-US" sz="1200" i="1" dirty="0"/>
          </a:p>
        </p:txBody>
      </p:sp>
      <p:pic>
        <p:nvPicPr>
          <p:cNvPr id="9" name="Picture 8" descr="Servers - free Icon PNG, SVG">
            <a:extLst>
              <a:ext uri="{FF2B5EF4-FFF2-40B4-BE49-F238E27FC236}">
                <a16:creationId xmlns:a16="http://schemas.microsoft.com/office/drawing/2014/main" id="{C8F9E347-CDA7-FE70-258D-E5A721FE6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73" y="2538266"/>
            <a:ext cx="1366855" cy="1366855"/>
          </a:xfrm>
          <a:prstGeom prst="rect">
            <a:avLst/>
          </a:prstGeom>
        </p:spPr>
      </p:pic>
      <p:pic>
        <p:nvPicPr>
          <p:cNvPr id="10" name="Picture 9" descr="Ai assistant - Free technology icons">
            <a:extLst>
              <a:ext uri="{FF2B5EF4-FFF2-40B4-BE49-F238E27FC236}">
                <a16:creationId xmlns:a16="http://schemas.microsoft.com/office/drawing/2014/main" id="{DD274602-E6CB-333F-8B1B-66C384823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68" y="3880376"/>
            <a:ext cx="753524" cy="75352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4EDFC8-BE13-9169-689F-E5ED0FB108B4}"/>
              </a:ext>
            </a:extLst>
          </p:cNvPr>
          <p:cNvSpPr/>
          <p:nvPr/>
        </p:nvSpPr>
        <p:spPr>
          <a:xfrm>
            <a:off x="3910036" y="1355748"/>
            <a:ext cx="3616761" cy="3669672"/>
          </a:xfrm>
          <a:prstGeom prst="roundRect">
            <a:avLst>
              <a:gd name="adj" fmla="val 226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EAD546-B5A2-69F2-EBB4-8B54AA2F63E9}"/>
              </a:ext>
            </a:extLst>
          </p:cNvPr>
          <p:cNvSpPr txBox="1"/>
          <p:nvPr/>
        </p:nvSpPr>
        <p:spPr>
          <a:xfrm>
            <a:off x="4704090" y="1355748"/>
            <a:ext cx="202865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Container Infrastructure</a:t>
            </a:r>
            <a:endParaRPr lang="en-US" sz="1200" i="1" dirty="0"/>
          </a:p>
        </p:txBody>
      </p:sp>
      <p:pic>
        <p:nvPicPr>
          <p:cNvPr id="15" name="Picture 14" descr="Load Balancer Icons - Free SVG &amp; PNG Load Balancer Images - Noun Project">
            <a:extLst>
              <a:ext uri="{FF2B5EF4-FFF2-40B4-BE49-F238E27FC236}">
                <a16:creationId xmlns:a16="http://schemas.microsoft.com/office/drawing/2014/main" id="{F75B04F9-657B-F631-9EB1-547429A90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831" y="2759716"/>
            <a:ext cx="748406" cy="7484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216491-39DA-275D-70EA-B73471DF1180}"/>
              </a:ext>
            </a:extLst>
          </p:cNvPr>
          <p:cNvSpPr txBox="1"/>
          <p:nvPr/>
        </p:nvSpPr>
        <p:spPr>
          <a:xfrm>
            <a:off x="4088526" y="3455897"/>
            <a:ext cx="8415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Load</a:t>
            </a:r>
            <a:br>
              <a:rPr lang="en-US" sz="1000" dirty="0"/>
            </a:br>
            <a:r>
              <a:rPr lang="en-US" sz="1000" dirty="0"/>
              <a:t>Balancer</a:t>
            </a:r>
            <a:endParaRPr lang="en-US" sz="1000" i="1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5DE0C9-DAED-B300-C9FB-72CF8B6E2CDA}"/>
              </a:ext>
            </a:extLst>
          </p:cNvPr>
          <p:cNvGrpSpPr/>
          <p:nvPr/>
        </p:nvGrpSpPr>
        <p:grpSpPr>
          <a:xfrm>
            <a:off x="4999193" y="2054171"/>
            <a:ext cx="1239422" cy="1170894"/>
            <a:chOff x="2500556" y="2775030"/>
            <a:chExt cx="1588844" cy="1588844"/>
          </a:xfrm>
        </p:grpSpPr>
        <p:pic>
          <p:nvPicPr>
            <p:cNvPr id="53" name="Picture 4" descr="https://camo.githubusercontent.com/b76dc5557c7cb56ba35b63e709647c11fecae40e/68747470733a2f2f662e636c6f75642e6769746875622e636f6d2f6173736574732f3130383335382f313735373236302f33626332386264342d363637652d313165332d383837632d3231393533633635303261662e706e67">
              <a:extLst>
                <a:ext uri="{FF2B5EF4-FFF2-40B4-BE49-F238E27FC236}">
                  <a16:creationId xmlns:a16="http://schemas.microsoft.com/office/drawing/2014/main" id="{F85EBDB4-1BF3-1160-5B91-8CD743807E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556" y="2775030"/>
              <a:ext cx="1588844" cy="1588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D78A37C-F733-D3AD-734D-C97EC2ABA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6101" y="3053647"/>
              <a:ext cx="499536" cy="49953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39065C-A096-49A7-54AD-AC092E6D6F78}"/>
              </a:ext>
            </a:extLst>
          </p:cNvPr>
          <p:cNvGrpSpPr/>
          <p:nvPr/>
        </p:nvGrpSpPr>
        <p:grpSpPr>
          <a:xfrm>
            <a:off x="4985518" y="2752594"/>
            <a:ext cx="1239422" cy="1170894"/>
            <a:chOff x="2500556" y="2775030"/>
            <a:chExt cx="1588844" cy="1588844"/>
          </a:xfrm>
        </p:grpSpPr>
        <p:pic>
          <p:nvPicPr>
            <p:cNvPr id="19" name="Picture 4" descr="https://camo.githubusercontent.com/b76dc5557c7cb56ba35b63e709647c11fecae40e/68747470733a2f2f662e636c6f75642e6769746875622e636f6d2f6173736574732f3130383335382f313735373236302f33626332386264342d363637652d313165332d383837632d3231393533633635303261662e706e67">
              <a:extLst>
                <a:ext uri="{FF2B5EF4-FFF2-40B4-BE49-F238E27FC236}">
                  <a16:creationId xmlns:a16="http://schemas.microsoft.com/office/drawing/2014/main" id="{98AA9B4D-3437-17D0-0348-258F75017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556" y="2775030"/>
              <a:ext cx="1588844" cy="1588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7E6E7E8-43EF-F707-5B05-D3ECA51D1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6101" y="3053647"/>
              <a:ext cx="499536" cy="49953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38A1AE-2A18-7B11-C2DC-1E7B97984F95}"/>
              </a:ext>
            </a:extLst>
          </p:cNvPr>
          <p:cNvGrpSpPr/>
          <p:nvPr/>
        </p:nvGrpSpPr>
        <p:grpSpPr>
          <a:xfrm>
            <a:off x="5015489" y="3463006"/>
            <a:ext cx="1239422" cy="1170894"/>
            <a:chOff x="2500556" y="2775030"/>
            <a:chExt cx="1588844" cy="1588844"/>
          </a:xfrm>
        </p:grpSpPr>
        <p:pic>
          <p:nvPicPr>
            <p:cNvPr id="22" name="Picture 4" descr="https://camo.githubusercontent.com/b76dc5557c7cb56ba35b63e709647c11fecae40e/68747470733a2f2f662e636c6f75642e6769746875622e636f6d2f6173736574732f3130383335382f313735373236302f33626332386264342d363637652d313165332d383837632d3231393533633635303261662e706e67">
              <a:extLst>
                <a:ext uri="{FF2B5EF4-FFF2-40B4-BE49-F238E27FC236}">
                  <a16:creationId xmlns:a16="http://schemas.microsoft.com/office/drawing/2014/main" id="{662C492D-9FEE-1B78-AD0A-6DFAE137B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556" y="2775030"/>
              <a:ext cx="1588844" cy="1588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7365002-224A-AF96-7F73-22A7D22C2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6101" y="3053647"/>
              <a:ext cx="499536" cy="499536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491BA75-96E8-8FF7-F179-53D2C5A90390}"/>
              </a:ext>
            </a:extLst>
          </p:cNvPr>
          <p:cNvSpPr txBox="1"/>
          <p:nvPr/>
        </p:nvSpPr>
        <p:spPr>
          <a:xfrm>
            <a:off x="5084998" y="4257172"/>
            <a:ext cx="104046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Less3 Servers</a:t>
            </a:r>
            <a:endParaRPr lang="en-US" sz="1000" i="1" dirty="0"/>
          </a:p>
        </p:txBody>
      </p:sp>
      <p:pic>
        <p:nvPicPr>
          <p:cNvPr id="31" name="Picture 30" descr="Database Icons - Free SVG &amp; PNG Database Images - Noun Project">
            <a:extLst>
              <a:ext uri="{FF2B5EF4-FFF2-40B4-BE49-F238E27FC236}">
                <a16:creationId xmlns:a16="http://schemas.microsoft.com/office/drawing/2014/main" id="{38D7268D-82C6-B71C-F607-4331A0F3BB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8377" y="2808226"/>
            <a:ext cx="707769" cy="70776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D4E865E-8AE6-9BA3-5A43-9F68EA1CFC5F}"/>
              </a:ext>
            </a:extLst>
          </p:cNvPr>
          <p:cNvSpPr txBox="1"/>
          <p:nvPr/>
        </p:nvSpPr>
        <p:spPr>
          <a:xfrm>
            <a:off x="6388221" y="3452288"/>
            <a:ext cx="8415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Shared</a:t>
            </a:r>
            <a:br>
              <a:rPr lang="en-US" sz="1000" dirty="0"/>
            </a:br>
            <a:r>
              <a:rPr lang="en-US" sz="1000" dirty="0"/>
              <a:t>Database</a:t>
            </a:r>
            <a:endParaRPr lang="en-US" sz="1000" i="1" dirty="0"/>
          </a:p>
        </p:txBody>
      </p:sp>
      <p:pic>
        <p:nvPicPr>
          <p:cNvPr id="1026" name="Picture 2" descr="Image result for hard disk icon">
            <a:extLst>
              <a:ext uri="{FF2B5EF4-FFF2-40B4-BE49-F238E27FC236}">
                <a16:creationId xmlns:a16="http://schemas.microsoft.com/office/drawing/2014/main" id="{5EE3A6B0-5DFA-E8EB-03D2-902E533E2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371" y="2538266"/>
            <a:ext cx="1003684" cy="100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4CE6779-B4C0-47CF-3100-5D16B6EC69E7}"/>
              </a:ext>
            </a:extLst>
          </p:cNvPr>
          <p:cNvSpPr txBox="1"/>
          <p:nvPr/>
        </p:nvSpPr>
        <p:spPr>
          <a:xfrm>
            <a:off x="8497054" y="3541950"/>
            <a:ext cx="808317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Local Disk</a:t>
            </a:r>
            <a:br>
              <a:rPr lang="en-US" sz="900" dirty="0"/>
            </a:br>
            <a:r>
              <a:rPr lang="en-US" sz="900" dirty="0"/>
              <a:t>Storage</a:t>
            </a:r>
            <a:endParaRPr lang="en-US" sz="900" i="1" dirty="0"/>
          </a:p>
        </p:txBody>
      </p:sp>
    </p:spTree>
    <p:extLst>
      <p:ext uri="{BB962C8B-B14F-4D97-AF65-F5344CB8AC3E}">
        <p14:creationId xmlns:p14="http://schemas.microsoft.com/office/powerpoint/2010/main" val="221059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35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Joel Christner</dc:creator>
  <cp:lastModifiedBy>Joel Christner</cp:lastModifiedBy>
  <cp:revision>24</cp:revision>
  <dcterms:created xsi:type="dcterms:W3CDTF">2015-10-28T17:44:32Z</dcterms:created>
  <dcterms:modified xsi:type="dcterms:W3CDTF">2026-09-24T04:01:55Z</dcterms:modified>
</cp:coreProperties>
</file>